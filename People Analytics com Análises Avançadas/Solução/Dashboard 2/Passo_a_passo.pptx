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96" d="100"/>
          <a:sy n="96" d="100"/>
        </p:scale>
        <p:origin x="-594" y="-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D256B-52E0-4678-B889-18665E79C95A}" type="datetimeFigureOut">
              <a:rPr lang="pt-BR" smtClean="0"/>
              <a:t>01/04/2021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EDE03-F771-47A8-AF0F-D33398A659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7862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D256B-52E0-4678-B889-18665E79C95A}" type="datetimeFigureOut">
              <a:rPr lang="pt-BR" smtClean="0"/>
              <a:t>01/04/2021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EDE03-F771-47A8-AF0F-D33398A659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2392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D256B-52E0-4678-B889-18665E79C95A}" type="datetimeFigureOut">
              <a:rPr lang="pt-BR" smtClean="0"/>
              <a:t>01/04/2021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EDE03-F771-47A8-AF0F-D33398A659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4580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D256B-52E0-4678-B889-18665E79C95A}" type="datetimeFigureOut">
              <a:rPr lang="pt-BR" smtClean="0"/>
              <a:t>01/04/2021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EDE03-F771-47A8-AF0F-D33398A659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257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D256B-52E0-4678-B889-18665E79C95A}" type="datetimeFigureOut">
              <a:rPr lang="pt-BR" smtClean="0"/>
              <a:t>01/04/2021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EDE03-F771-47A8-AF0F-D33398A659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3787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D256B-52E0-4678-B889-18665E79C95A}" type="datetimeFigureOut">
              <a:rPr lang="pt-BR" smtClean="0"/>
              <a:t>01/04/2021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EDE03-F771-47A8-AF0F-D33398A659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3073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D256B-52E0-4678-B889-18665E79C95A}" type="datetimeFigureOut">
              <a:rPr lang="pt-BR" smtClean="0"/>
              <a:t>01/04/2021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EDE03-F771-47A8-AF0F-D33398A659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922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D256B-52E0-4678-B889-18665E79C95A}" type="datetimeFigureOut">
              <a:rPr lang="pt-BR" smtClean="0"/>
              <a:t>01/04/2021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EDE03-F771-47A8-AF0F-D33398A659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6037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D256B-52E0-4678-B889-18665E79C95A}" type="datetimeFigureOut">
              <a:rPr lang="pt-BR" smtClean="0"/>
              <a:t>01/04/2021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EDE03-F771-47A8-AF0F-D33398A659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2718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D256B-52E0-4678-B889-18665E79C95A}" type="datetimeFigureOut">
              <a:rPr lang="pt-BR" smtClean="0"/>
              <a:t>01/04/2021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EDE03-F771-47A8-AF0F-D33398A659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8470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D256B-52E0-4678-B889-18665E79C95A}" type="datetimeFigureOut">
              <a:rPr lang="pt-BR" smtClean="0"/>
              <a:t>01/04/2021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EDE03-F771-47A8-AF0F-D33398A659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411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ED256B-52E0-4678-B889-18665E79C95A}" type="datetimeFigureOut">
              <a:rPr lang="pt-BR" smtClean="0"/>
              <a:t>01/04/2021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EDE03-F771-47A8-AF0F-D33398A659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5691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862" y="747712"/>
            <a:ext cx="8296275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137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862" y="747712"/>
            <a:ext cx="8296275" cy="5362575"/>
          </a:xfrm>
          <a:prstGeom prst="rect">
            <a:avLst/>
          </a:prstGeom>
        </p:spPr>
      </p:pic>
      <p:sp>
        <p:nvSpPr>
          <p:cNvPr id="2" name="Elipse 1"/>
          <p:cNvSpPr/>
          <p:nvPr/>
        </p:nvSpPr>
        <p:spPr>
          <a:xfrm>
            <a:off x="2411387" y="904461"/>
            <a:ext cx="2391507" cy="23633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/>
          <p:cNvSpPr txBox="1"/>
          <p:nvPr/>
        </p:nvSpPr>
        <p:spPr>
          <a:xfrm>
            <a:off x="10396330" y="904461"/>
            <a:ext cx="1649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Posicionar uma forma sobre a imagem de interesse.</a:t>
            </a:r>
          </a:p>
        </p:txBody>
      </p:sp>
    </p:spTree>
    <p:extLst>
      <p:ext uri="{BB962C8B-B14F-4D97-AF65-F5344CB8AC3E}">
        <p14:creationId xmlns:p14="http://schemas.microsoft.com/office/powerpoint/2010/main" val="1108305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3" t="2923" r="65614" b="52409"/>
          <a:stretch/>
        </p:blipFill>
        <p:spPr>
          <a:xfrm>
            <a:off x="2405269" y="904461"/>
            <a:ext cx="2395331" cy="2395330"/>
          </a:xfrm>
          <a:prstGeom prst="rect">
            <a:avLst/>
          </a:prstGeom>
        </p:spPr>
      </p:pic>
      <p:sp>
        <p:nvSpPr>
          <p:cNvPr id="2" name="Elipse 1"/>
          <p:cNvSpPr/>
          <p:nvPr/>
        </p:nvSpPr>
        <p:spPr>
          <a:xfrm>
            <a:off x="2411387" y="904461"/>
            <a:ext cx="2391507" cy="23633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5893905" y="805070"/>
            <a:ext cx="26139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Cortar a imagem no tamanho da imagem de interesse. Usar a ferramenta de </a:t>
            </a:r>
            <a:r>
              <a:rPr lang="pt-BR" dirty="0" err="1" smtClean="0"/>
              <a:t>Crop</a:t>
            </a:r>
            <a:r>
              <a:rPr lang="pt-B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4837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/>
          <p:cNvSpPr/>
          <p:nvPr/>
        </p:nvSpPr>
        <p:spPr>
          <a:xfrm>
            <a:off x="2411387" y="904461"/>
            <a:ext cx="2391507" cy="23633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3" t="2923" r="65614" b="52409"/>
          <a:stretch/>
        </p:blipFill>
        <p:spPr>
          <a:xfrm>
            <a:off x="2405269" y="904461"/>
            <a:ext cx="2395331" cy="239533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5794511" y="904461"/>
            <a:ext cx="31805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Com a forma selecionada vá na função Organizar -&gt; Ordenar Objetos -&gt; Recuar</a:t>
            </a:r>
          </a:p>
          <a:p>
            <a:r>
              <a:rPr lang="pt-BR" dirty="0" smtClean="0"/>
              <a:t>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5794511" y="1971261"/>
            <a:ext cx="31805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Com a imagem selecionada vá em formatar;</a:t>
            </a:r>
          </a:p>
          <a:p>
            <a:r>
              <a:rPr lang="pt-BR" dirty="0" smtClean="0"/>
              <a:t>Abra o menu Cortar e selecione Cortar para demarcar forma;</a:t>
            </a:r>
          </a:p>
          <a:p>
            <a:r>
              <a:rPr lang="pt-BR" dirty="0" smtClean="0"/>
              <a:t>Escolha o círculo. </a:t>
            </a:r>
          </a:p>
        </p:txBody>
      </p:sp>
    </p:spTree>
    <p:extLst>
      <p:ext uri="{BB962C8B-B14F-4D97-AF65-F5344CB8AC3E}">
        <p14:creationId xmlns:p14="http://schemas.microsoft.com/office/powerpoint/2010/main" val="2519772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/>
          <p:cNvSpPr/>
          <p:nvPr/>
        </p:nvSpPr>
        <p:spPr>
          <a:xfrm>
            <a:off x="2411387" y="904461"/>
            <a:ext cx="2391507" cy="23633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3" t="2923" r="65614" b="52409"/>
          <a:stretch/>
        </p:blipFill>
        <p:spPr>
          <a:xfrm>
            <a:off x="4844945" y="872503"/>
            <a:ext cx="2395331" cy="2395330"/>
          </a:xfrm>
          <a:prstGeom prst="ellipse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7543798" y="1013791"/>
            <a:ext cx="31805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Pronto! </a:t>
            </a:r>
          </a:p>
          <a:p>
            <a:endParaRPr lang="pt-BR" dirty="0"/>
          </a:p>
          <a:p>
            <a:r>
              <a:rPr lang="pt-BR" dirty="0" smtClean="0"/>
              <a:t>Imagem recortada. </a:t>
            </a:r>
          </a:p>
          <a:p>
            <a:r>
              <a:rPr lang="pt-BR" dirty="0" smtClean="0"/>
              <a:t>Agora só salvar como </a:t>
            </a:r>
            <a:r>
              <a:rPr lang="pt-BR" dirty="0" err="1" smtClean="0"/>
              <a:t>png</a:t>
            </a:r>
            <a:r>
              <a:rPr lang="pt-BR" dirty="0" smtClean="0"/>
              <a:t>.</a:t>
            </a:r>
          </a:p>
          <a:p>
            <a:r>
              <a:rPr lang="pt-BR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23778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74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Jadir Almeida</dc:creator>
  <cp:lastModifiedBy>Jadir Almeida</cp:lastModifiedBy>
  <cp:revision>3</cp:revision>
  <dcterms:created xsi:type="dcterms:W3CDTF">2021-04-01T19:44:51Z</dcterms:created>
  <dcterms:modified xsi:type="dcterms:W3CDTF">2021-04-01T19:56:15Z</dcterms:modified>
</cp:coreProperties>
</file>